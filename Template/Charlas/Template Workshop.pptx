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90"/>
    <a:srgbClr val="E5EEF6"/>
    <a:srgbClr val="F2FAFF"/>
    <a:srgbClr val="041B2B"/>
    <a:srgbClr val="114D85"/>
    <a:srgbClr val="041C2C"/>
    <a:srgbClr val="DADDDF"/>
    <a:srgbClr val="041B2C"/>
    <a:srgbClr val="F7F5F3"/>
    <a:srgbClr val="CB31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62" autoAdjust="0"/>
    <p:restoredTop sz="93935" autoAdjust="0"/>
  </p:normalViewPr>
  <p:slideViewPr>
    <p:cSldViewPr>
      <p:cViewPr>
        <p:scale>
          <a:sx n="43" d="100"/>
          <a:sy n="43" d="100"/>
        </p:scale>
        <p:origin x="1406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320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D9E05DD-3B1B-669A-6ADD-31F5BEA325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70EC9-385B-4A99-D8EB-63CB822296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92F1D-7282-40AB-84B1-6A7683BB2DE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52551-7C29-704F-8AF2-010C7C9114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930A3-020B-CD91-DEF9-34564B9525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C31FC-6388-4E41-B697-98E1FFD1F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110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82B68F-8818-4C16-B2D9-A2B9D951214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51ED2-CBDB-4194-BDB7-E3091FF5A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3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776" y="4078766"/>
            <a:ext cx="13075024" cy="227574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Título</a:t>
            </a:r>
            <a:r>
              <a:rPr lang="en-US" dirty="0"/>
              <a:t> de Presentación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4776" y="6856402"/>
            <a:ext cx="13075024" cy="1487498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Presentador</a:t>
            </a:r>
            <a:r>
              <a:rPr lang="en-US" dirty="0"/>
              <a:t> e </a:t>
            </a:r>
            <a:r>
              <a:rPr lang="en-US" dirty="0" err="1"/>
              <a:t>Institución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4ECC4-7758-AB9B-025D-86E08FB7DE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8" r="12996" b="23546"/>
          <a:stretch>
            <a:fillRect/>
          </a:stretch>
        </p:blipFill>
        <p:spPr>
          <a:xfrm>
            <a:off x="304800" y="0"/>
            <a:ext cx="14065077" cy="3320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E41B46-FC24-BA12-67AC-5C618BC2A7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01" r="25287"/>
          <a:stretch>
            <a:fillRect/>
          </a:stretch>
        </p:blipFill>
        <p:spPr>
          <a:xfrm>
            <a:off x="13716000" y="-2124494"/>
            <a:ext cx="4572000" cy="145359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E3A1A2-5856-A507-2CC1-F71E7D0CF6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77191" r="67105" b="-1010"/>
          <a:stretch>
            <a:fillRect/>
          </a:stretch>
        </p:blipFill>
        <p:spPr>
          <a:xfrm>
            <a:off x="304799" y="8953500"/>
            <a:ext cx="4800601" cy="10345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ABE294A-EBB3-DD14-8FB6-47DC4747F965}"/>
              </a:ext>
            </a:extLst>
          </p:cNvPr>
          <p:cNvSpPr/>
          <p:nvPr userDrawn="1"/>
        </p:nvSpPr>
        <p:spPr>
          <a:xfrm>
            <a:off x="493059" y="3533564"/>
            <a:ext cx="13106400" cy="76200"/>
          </a:xfrm>
          <a:prstGeom prst="rect">
            <a:avLst/>
          </a:prstGeom>
          <a:solidFill>
            <a:srgbClr val="044B90"/>
          </a:solidFill>
          <a:ln>
            <a:solidFill>
              <a:srgbClr val="044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A7E6AC6A-8A1C-3E16-8CB7-FB149FF6E6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800" y="345179"/>
            <a:ext cx="14859000" cy="9121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Título</a:t>
            </a:r>
            <a:r>
              <a:rPr lang="en-US" dirty="0"/>
              <a:t> de </a:t>
            </a:r>
            <a:r>
              <a:rPr lang="en-US" dirty="0" err="1"/>
              <a:t>Sección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F23870-DF03-14BE-12CA-165D134E50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01" r="25287"/>
          <a:stretch>
            <a:fillRect/>
          </a:stretch>
        </p:blipFill>
        <p:spPr>
          <a:xfrm>
            <a:off x="13716000" y="-2124494"/>
            <a:ext cx="4572000" cy="14535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1203F84-DAA9-3E86-3522-78FFBDA53D78}"/>
              </a:ext>
            </a:extLst>
          </p:cNvPr>
          <p:cNvSpPr/>
          <p:nvPr userDrawn="1"/>
        </p:nvSpPr>
        <p:spPr>
          <a:xfrm>
            <a:off x="221876" y="1409700"/>
            <a:ext cx="14941924" cy="76200"/>
          </a:xfrm>
          <a:prstGeom prst="rect">
            <a:avLst/>
          </a:prstGeom>
          <a:solidFill>
            <a:srgbClr val="044B90"/>
          </a:solidFill>
          <a:ln>
            <a:solidFill>
              <a:srgbClr val="044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76EF06-3671-8D08-2DEA-74DBEA3263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01" r="25287"/>
          <a:stretch>
            <a:fillRect/>
          </a:stretch>
        </p:blipFill>
        <p:spPr>
          <a:xfrm>
            <a:off x="13716000" y="-2124494"/>
            <a:ext cx="4572000" cy="145359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7B05DF-E273-D7AA-4725-DB886FC4DF7C}"/>
              </a:ext>
            </a:extLst>
          </p:cNvPr>
          <p:cNvSpPr/>
          <p:nvPr userDrawn="1"/>
        </p:nvSpPr>
        <p:spPr>
          <a:xfrm>
            <a:off x="493059" y="8724900"/>
            <a:ext cx="13106400" cy="76200"/>
          </a:xfrm>
          <a:prstGeom prst="rect">
            <a:avLst/>
          </a:prstGeom>
          <a:solidFill>
            <a:srgbClr val="044B90"/>
          </a:solidFill>
          <a:ln>
            <a:solidFill>
              <a:srgbClr val="044B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E998C68-41B5-9A73-3766-17E9B20635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3059" y="4991100"/>
            <a:ext cx="13222941" cy="91212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Agradecimientos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6DD0B5-0986-4D1B-C890-2F9107EB2B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" t="77191" r="67105" b="-1010"/>
          <a:stretch>
            <a:fillRect/>
          </a:stretch>
        </p:blipFill>
        <p:spPr>
          <a:xfrm>
            <a:off x="8915399" y="9016453"/>
            <a:ext cx="4800601" cy="10345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653FDB0-05BF-7B05-EBF4-CEDE909F27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" r="95705" b="-7893"/>
          <a:stretch>
            <a:fillRect/>
          </a:stretch>
        </p:blipFill>
        <p:spPr>
          <a:xfrm rot="5400000">
            <a:off x="2972679" y="5606545"/>
            <a:ext cx="1243215" cy="764577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8CB949-9710-997B-0B84-9D572FC6F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1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3446E26-A04C-97AB-7AA0-0F5EA2F79A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84AB1A-D33B-9DB1-D6DF-CCF163DEFE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67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9777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Arial</vt:lpstr>
      <vt:lpstr>Aptos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Pamela Franco</dc:creator>
  <cp:lastModifiedBy>Pamela  Alejandra Franco Leiva</cp:lastModifiedBy>
  <cp:revision>186</cp:revision>
  <dcterms:created xsi:type="dcterms:W3CDTF">2006-08-16T00:00:00Z</dcterms:created>
  <dcterms:modified xsi:type="dcterms:W3CDTF">2026-04-10T17:44:32Z</dcterms:modified>
  <dc:identifier>DAENx8acyXE</dc:identifier>
</cp:coreProperties>
</file>